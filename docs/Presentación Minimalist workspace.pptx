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DM Serif Display" charset="1" panose="00000000000000000000"/>
      <p:regular r:id="rId18"/>
    </p:embeddedFont>
    <p:embeddedFont>
      <p:font typeface="Open Sauce" charset="1" panose="00000500000000000000"/>
      <p:regular r:id="rId19"/>
    </p:embeddedFont>
    <p:embeddedFont>
      <p:font typeface="Poppins" charset="1" panose="00000500000000000000"/>
      <p:regular r:id="rId20"/>
    </p:embeddedFont>
    <p:embeddedFont>
      <p:font typeface="Open Sauce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911484"/>
            <a:ext cx="16230600" cy="2232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0"/>
              </a:lnSpc>
            </a:pPr>
            <a:r>
              <a:rPr lang="en-US" sz="13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Minimal</a:t>
            </a:r>
            <a:r>
              <a:rPr lang="en-US" sz="130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ist workspace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54939" y="5312791"/>
            <a:ext cx="1197812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GALE</a:t>
            </a: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RÍA DE INSPIRACIÓN Y AUDITORÍA DE ESPACIOS DE TRABAJO.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71329" y="8480425"/>
            <a:ext cx="294534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Alex Bonet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23731" y="9102407"/>
            <a:ext cx="9840538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PRESEN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AC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ÓN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TRABAJ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 FINAL 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DE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 MÁSTER EN DESARROLLO CON IA BIGSCHOOL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7901" y="3271988"/>
            <a:ext cx="544214" cy="544214"/>
            <a:chOff x="0" y="0"/>
            <a:chExt cx="725618" cy="72561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07901" y="4891238"/>
            <a:ext cx="544214" cy="544214"/>
            <a:chOff x="0" y="0"/>
            <a:chExt cx="725618" cy="72561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07901" y="6510488"/>
            <a:ext cx="544214" cy="544214"/>
            <a:chOff x="0" y="0"/>
            <a:chExt cx="725618" cy="72561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07901" y="8129738"/>
            <a:ext cx="544214" cy="544214"/>
            <a:chOff x="0" y="0"/>
            <a:chExt cx="725618" cy="725618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497275" y="3271988"/>
            <a:ext cx="544214" cy="544214"/>
            <a:chOff x="0" y="0"/>
            <a:chExt cx="725618" cy="725618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497275" y="4891238"/>
            <a:ext cx="544214" cy="544214"/>
            <a:chOff x="0" y="0"/>
            <a:chExt cx="725618" cy="725618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1" id="31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497275" y="6510488"/>
            <a:ext cx="544214" cy="544214"/>
            <a:chOff x="0" y="0"/>
            <a:chExt cx="725618" cy="725618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725618" cy="725618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6" id="36"/>
            <p:cNvSpPr/>
            <p:nvPr/>
          </p:nvSpPr>
          <p:spPr>
            <a:xfrm flipH="false" flipV="false" rot="0">
              <a:off x="142513" y="125380"/>
              <a:ext cx="440593" cy="440593"/>
            </a:xfrm>
            <a:custGeom>
              <a:avLst/>
              <a:gdLst/>
              <a:ahLst/>
              <a:cxnLst/>
              <a:rect r="r" b="b" t="t" l="l"/>
              <a:pathLst>
                <a:path h="440593" w="440593">
                  <a:moveTo>
                    <a:pt x="0" y="0"/>
                  </a:moveTo>
                  <a:lnTo>
                    <a:pt x="440592" y="0"/>
                  </a:lnTo>
                  <a:lnTo>
                    <a:pt x="440592" y="440592"/>
                  </a:lnTo>
                  <a:lnTo>
                    <a:pt x="0" y="44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174566" y="2528685"/>
            <a:ext cx="3086100" cy="85998"/>
            <a:chOff x="0" y="0"/>
            <a:chExt cx="812800" cy="226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22650"/>
            </a:xfrm>
            <a:custGeom>
              <a:avLst/>
              <a:gdLst/>
              <a:ahLst/>
              <a:cxnLst/>
              <a:rect r="r" b="b" t="t" l="l"/>
              <a:pathLst>
                <a:path h="2265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7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28700" y="866775"/>
            <a:ext cx="4648252" cy="200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TABLA DE CONTENIDO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980021" y="3165952"/>
            <a:ext cx="3057612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PROBLEMA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980021" y="4785202"/>
            <a:ext cx="4498083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SOLUCIÓN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980021" y="6404452"/>
            <a:ext cx="4737595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STACK TECNOLOGICO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980021" y="8023702"/>
            <a:ext cx="4737595" cy="1927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ARQUITECTURA Y DECISIONES TÉCNICAS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369395" y="3165952"/>
            <a:ext cx="3057612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DISEÑO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369395" y="4785202"/>
            <a:ext cx="3659637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DEMOSTRACIÓN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369395" y="6404452"/>
            <a:ext cx="3515151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ROADMAP Y ESCALABILIDAD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427" t="0" r="-34427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6399" y="1233825"/>
            <a:ext cx="437051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El problema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MINIMALIST WORKSPACE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739525"/>
            <a:ext cx="6860034" cy="390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Saturació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 vi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su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web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ual.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cu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ltad para encontrar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nspira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ció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 de ca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ara se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ups de tr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bajo produc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os.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Nec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esidad de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emostrar principios de ingeniería web moderna (Rendimiento, Ac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esibilidad).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606" r="0" b="-1660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6399" y="1233825"/>
            <a:ext cx="426782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La solución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MINIMAL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W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RKSPAC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896562"/>
            <a:ext cx="6860034" cy="559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na plataforma minimalista y de alto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Diseñada pa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pir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ció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y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mejora.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Plataforma híbrida de educación e inspiración. Combina contenido gratui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 para la adquisición de usuarios con un servicio premium de auditoría de escritorios para la monetización directa.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4952833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Stack Tecnológico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MINIMAL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W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RKSPAC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119231" y="1477572"/>
            <a:ext cx="3345981" cy="334598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385456" y="2264420"/>
            <a:ext cx="2813532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As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5.0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(Is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ds Arch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tecture)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19231" y="5463447"/>
            <a:ext cx="3345981" cy="334598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598533" y="6322750"/>
            <a:ext cx="2387379" cy="1669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alidad: Vit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+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Playwr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gh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41463" y="1477572"/>
            <a:ext cx="3345981" cy="334598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07687" y="2545407"/>
            <a:ext cx="2813532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UI: 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19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+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ilw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 CSS v4.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41463" y="5463447"/>
            <a:ext cx="3345981" cy="334598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420764" y="6605630"/>
            <a:ext cx="2387379" cy="1103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IDE con IA: Antigravity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763694" y="1477572"/>
            <a:ext cx="3345981" cy="334598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029918" y="2264420"/>
            <a:ext cx="2813532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atos: Content Collections (Type-safe).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763694" y="5463447"/>
            <a:ext cx="3345981" cy="3345981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4242995" y="6322750"/>
            <a:ext cx="2387379" cy="1669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Modelos IA:</a:t>
            </a:r>
          </a:p>
          <a:p>
            <a:pPr algn="ctr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Gemini 3 PRO</a:t>
            </a:r>
          </a:p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Claude 4.5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1274398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Arquitectura y Decisiones Técnicas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MINIMAL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W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RKSPAC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6399" y="5491500"/>
            <a:ext cx="4833608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Estructura basada 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ean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Archit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ure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para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ai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sla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l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lógica de dominio de las auditorías.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27196" y="5491500"/>
            <a:ext cx="4833608" cy="191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Aplicación del </a:t>
            </a: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principio pragmático (KISS)</a:t>
            </a: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donde el coste de refact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orización su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pera 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 beneficio.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84704" y="5491500"/>
            <a:ext cx="4833608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Est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ategia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técnica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 la optimizaci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ón y 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del alt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vo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ágene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947055"/>
            <a:ext cx="15945678" cy="191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sarr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llo en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ocado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 el 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Time-to-Ma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ket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Uso de Content Col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ct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ons en Astro para 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man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jo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 dato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estáti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os en est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prim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fa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 La a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qu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tura manti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ne lo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límites limpi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s, pe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mitiendo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una 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fut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 migración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sin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fricción hacia una base de datos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tructurada (Supaba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/Fireba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e)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cuand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el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vo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umen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xija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6403880" y="2319040"/>
            <a:ext cx="10717721" cy="6656291"/>
            <a:chOff x="0" y="0"/>
            <a:chExt cx="6357620" cy="39484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535940"/>
              <a:ext cx="63576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6357620">
                  <a:moveTo>
                    <a:pt x="0" y="0"/>
                  </a:moveTo>
                  <a:lnTo>
                    <a:pt x="6357620" y="0"/>
                  </a:lnTo>
                  <a:lnTo>
                    <a:pt x="6357620" y="3413760"/>
                  </a:lnTo>
                  <a:lnTo>
                    <a:pt x="0" y="3413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9863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8890" cy="3948430"/>
            </a:xfrm>
            <a:custGeom>
              <a:avLst/>
              <a:gdLst/>
              <a:ahLst/>
              <a:cxnLst/>
              <a:rect r="r" b="b" t="t" l="l"/>
              <a:pathLst>
                <a:path h="3948430" w="6358890">
                  <a:moveTo>
                    <a:pt x="635762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3948430"/>
                  </a:lnTo>
                  <a:lnTo>
                    <a:pt x="6060440" y="3948430"/>
                  </a:lnTo>
                  <a:lnTo>
                    <a:pt x="6358890" y="3948430"/>
                  </a:lnTo>
                  <a:lnTo>
                    <a:pt x="6358890" y="3948430"/>
                  </a:lnTo>
                  <a:lnTo>
                    <a:pt x="6357620" y="0"/>
                  </a:lnTo>
                  <a:lnTo>
                    <a:pt x="6357620" y="0"/>
                  </a:lnTo>
                  <a:close/>
                  <a:moveTo>
                    <a:pt x="6111240" y="3897630"/>
                  </a:moveTo>
                  <a:lnTo>
                    <a:pt x="6111240" y="2863850"/>
                  </a:lnTo>
                  <a:lnTo>
                    <a:pt x="6308090" y="2863850"/>
                  </a:lnTo>
                  <a:lnTo>
                    <a:pt x="6308090" y="3897630"/>
                  </a:lnTo>
                  <a:lnTo>
                    <a:pt x="6111240" y="3897630"/>
                  </a:lnTo>
                  <a:close/>
                  <a:moveTo>
                    <a:pt x="6306820" y="2141220"/>
                  </a:moveTo>
                  <a:lnTo>
                    <a:pt x="6109970" y="2141220"/>
                  </a:lnTo>
                  <a:lnTo>
                    <a:pt x="6109970" y="535940"/>
                  </a:lnTo>
                  <a:lnTo>
                    <a:pt x="6306820" y="535940"/>
                  </a:lnTo>
                  <a:lnTo>
                    <a:pt x="6306820" y="2141220"/>
                  </a:lnTo>
                  <a:close/>
                  <a:moveTo>
                    <a:pt x="6060440" y="2141220"/>
                  </a:moveTo>
                  <a:lnTo>
                    <a:pt x="6060440" y="2865120"/>
                  </a:lnTo>
                  <a:lnTo>
                    <a:pt x="6060440" y="3898900"/>
                  </a:lnTo>
                  <a:lnTo>
                    <a:pt x="50800" y="3898900"/>
                  </a:lnTo>
                  <a:lnTo>
                    <a:pt x="50800" y="535940"/>
                  </a:lnTo>
                  <a:lnTo>
                    <a:pt x="6060440" y="535940"/>
                  </a:lnTo>
                  <a:lnTo>
                    <a:pt x="6060440" y="2141220"/>
                  </a:lnTo>
                  <a:close/>
                </a:path>
              </a:pathLst>
            </a:custGeom>
            <a:solidFill>
              <a:srgbClr val="17171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8120" y="100330"/>
              <a:ext cx="6109970" cy="3798570"/>
            </a:xfrm>
            <a:custGeom>
              <a:avLst/>
              <a:gdLst/>
              <a:ahLst/>
              <a:cxnLst/>
              <a:rect r="r" b="b" t="t" l="l"/>
              <a:pathLst>
                <a:path h="3798570" w="6109970">
                  <a:moveTo>
                    <a:pt x="5913120" y="2764790"/>
                  </a:moveTo>
                  <a:lnTo>
                    <a:pt x="6109970" y="2764790"/>
                  </a:lnTo>
                  <a:lnTo>
                    <a:pt x="6109970" y="3798570"/>
                  </a:lnTo>
                  <a:lnTo>
                    <a:pt x="5913120" y="3798570"/>
                  </a:lnTo>
                  <a:lnTo>
                    <a:pt x="5913120" y="2764790"/>
                  </a:lnTo>
                  <a:close/>
                  <a:moveTo>
                    <a:pt x="5913120" y="435610"/>
                  </a:moveTo>
                  <a:lnTo>
                    <a:pt x="5913120" y="2040890"/>
                  </a:lnTo>
                  <a:lnTo>
                    <a:pt x="6109970" y="2040890"/>
                  </a:lnTo>
                  <a:lnTo>
                    <a:pt x="6109970" y="435610"/>
                  </a:lnTo>
                  <a:lnTo>
                    <a:pt x="5913120" y="435610"/>
                  </a:lnTo>
                  <a:close/>
                  <a:moveTo>
                    <a:pt x="115570" y="45720"/>
                  </a:moveTo>
                  <a:cubicBezTo>
                    <a:pt x="52070" y="45720"/>
                    <a:pt x="0" y="97790"/>
                    <a:pt x="0" y="161290"/>
                  </a:cubicBezTo>
                  <a:cubicBezTo>
                    <a:pt x="0" y="224790"/>
                    <a:pt x="52070" y="276860"/>
                    <a:pt x="115570" y="276860"/>
                  </a:cubicBezTo>
                  <a:cubicBezTo>
                    <a:pt x="179070" y="276860"/>
                    <a:pt x="231140" y="224790"/>
                    <a:pt x="231140" y="161290"/>
                  </a:cubicBezTo>
                  <a:cubicBezTo>
                    <a:pt x="231140" y="97790"/>
                    <a:pt x="180340" y="45720"/>
                    <a:pt x="115570" y="45720"/>
                  </a:cubicBezTo>
                  <a:close/>
                  <a:moveTo>
                    <a:pt x="427990" y="45720"/>
                  </a:moveTo>
                  <a:cubicBezTo>
                    <a:pt x="364490" y="45720"/>
                    <a:pt x="312420" y="97790"/>
                    <a:pt x="312420" y="161290"/>
                  </a:cubicBezTo>
                  <a:cubicBezTo>
                    <a:pt x="312420" y="224790"/>
                    <a:pt x="364490" y="276860"/>
                    <a:pt x="427990" y="276860"/>
                  </a:cubicBezTo>
                  <a:cubicBezTo>
                    <a:pt x="491490" y="276860"/>
                    <a:pt x="543560" y="224790"/>
                    <a:pt x="543560" y="161290"/>
                  </a:cubicBezTo>
                  <a:cubicBezTo>
                    <a:pt x="543560" y="97790"/>
                    <a:pt x="491490" y="45720"/>
                    <a:pt x="427990" y="45720"/>
                  </a:cubicBezTo>
                  <a:close/>
                  <a:moveTo>
                    <a:pt x="739140" y="45720"/>
                  </a:moveTo>
                  <a:cubicBezTo>
                    <a:pt x="675640" y="45720"/>
                    <a:pt x="623570" y="97790"/>
                    <a:pt x="623570" y="161290"/>
                  </a:cubicBezTo>
                  <a:cubicBezTo>
                    <a:pt x="623570" y="224790"/>
                    <a:pt x="675640" y="276860"/>
                    <a:pt x="739140" y="276860"/>
                  </a:cubicBezTo>
                  <a:cubicBezTo>
                    <a:pt x="802640" y="276860"/>
                    <a:pt x="854710" y="224790"/>
                    <a:pt x="854710" y="161290"/>
                  </a:cubicBezTo>
                  <a:cubicBezTo>
                    <a:pt x="854710" y="97790"/>
                    <a:pt x="803910" y="45720"/>
                    <a:pt x="739140" y="45720"/>
                  </a:cubicBezTo>
                  <a:close/>
                  <a:moveTo>
                    <a:pt x="5966460" y="242570"/>
                  </a:moveTo>
                  <a:lnTo>
                    <a:pt x="5866130" y="242570"/>
                  </a:lnTo>
                  <a:lnTo>
                    <a:pt x="6022340" y="86360"/>
                  </a:lnTo>
                  <a:lnTo>
                    <a:pt x="6022340" y="186690"/>
                  </a:lnTo>
                  <a:lnTo>
                    <a:pt x="6073140" y="186690"/>
                  </a:lnTo>
                  <a:lnTo>
                    <a:pt x="6073140" y="0"/>
                  </a:lnTo>
                  <a:lnTo>
                    <a:pt x="5885180" y="0"/>
                  </a:lnTo>
                  <a:lnTo>
                    <a:pt x="5885180" y="50800"/>
                  </a:lnTo>
                  <a:lnTo>
                    <a:pt x="5985510" y="50800"/>
                  </a:lnTo>
                  <a:lnTo>
                    <a:pt x="5829300" y="207010"/>
                  </a:lnTo>
                  <a:lnTo>
                    <a:pt x="5829300" y="106680"/>
                  </a:lnTo>
                  <a:lnTo>
                    <a:pt x="5778500" y="106680"/>
                  </a:lnTo>
                  <a:lnTo>
                    <a:pt x="5778500" y="293370"/>
                  </a:lnTo>
                  <a:lnTo>
                    <a:pt x="5966460" y="293370"/>
                  </a:lnTo>
                  <a:lnTo>
                    <a:pt x="5966460" y="24257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6399" y="1233825"/>
            <a:ext cx="1039916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Diseño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MINIMAL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W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RKSPAC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6399" y="3184021"/>
            <a:ext cx="5199584" cy="483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Uso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r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etícul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(gri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ds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)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imé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tric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as.</a:t>
            </a:r>
          </a:p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pografía sa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ns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-ser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 y al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ont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Aus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cia de o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rna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(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orders r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us,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som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bras difusas).</a:t>
            </a:r>
          </a:p>
          <a:p>
            <a:pPr algn="l" marL="518160" indent="-25908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continuación se muestran 3 capturas de las principales pantallas de la web.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66399" y="1432582"/>
            <a:ext cx="16092901" cy="7865406"/>
          </a:xfrm>
          <a:custGeom>
            <a:avLst/>
            <a:gdLst/>
            <a:ahLst/>
            <a:cxnLst/>
            <a:rect r="r" b="b" t="t" l="l"/>
            <a:pathLst>
              <a:path h="7865406" w="16092901">
                <a:moveTo>
                  <a:pt x="0" y="0"/>
                </a:moveTo>
                <a:lnTo>
                  <a:pt x="16092901" y="0"/>
                </a:lnTo>
                <a:lnTo>
                  <a:pt x="16092901" y="7865406"/>
                </a:lnTo>
                <a:lnTo>
                  <a:pt x="0" y="78654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53723" y="428942"/>
            <a:ext cx="1039916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Pantalla principal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MINIMALIST WORKSPACE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66399" y="1514158"/>
            <a:ext cx="16092901" cy="7040644"/>
          </a:xfrm>
          <a:custGeom>
            <a:avLst/>
            <a:gdLst/>
            <a:ahLst/>
            <a:cxnLst/>
            <a:rect r="r" b="b" t="t" l="l"/>
            <a:pathLst>
              <a:path h="7040644" w="16092901">
                <a:moveTo>
                  <a:pt x="0" y="0"/>
                </a:moveTo>
                <a:lnTo>
                  <a:pt x="16092901" y="0"/>
                </a:lnTo>
                <a:lnTo>
                  <a:pt x="16092901" y="7040644"/>
                </a:lnTo>
                <a:lnTo>
                  <a:pt x="0" y="7040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53723" y="428942"/>
            <a:ext cx="1039916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Pantalla Detalle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MINIMALIST WORKSPACE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66399" y="1514158"/>
            <a:ext cx="16092901" cy="7382619"/>
          </a:xfrm>
          <a:custGeom>
            <a:avLst/>
            <a:gdLst/>
            <a:ahLst/>
            <a:cxnLst/>
            <a:rect r="r" b="b" t="t" l="l"/>
            <a:pathLst>
              <a:path h="7382619" w="16092901">
                <a:moveTo>
                  <a:pt x="0" y="0"/>
                </a:moveTo>
                <a:lnTo>
                  <a:pt x="16092901" y="0"/>
                </a:lnTo>
                <a:lnTo>
                  <a:pt x="16092901" y="7382618"/>
                </a:lnTo>
                <a:lnTo>
                  <a:pt x="0" y="73826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53723" y="428942"/>
            <a:ext cx="1039916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Pantalla Auditoria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MINIMALIST WORKSPACE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10</a:t>
            </a:r>
          </a:p>
        </p:txBody>
      </p:sp>
      <p:sp>
        <p:nvSpPr>
          <p:cNvPr name="AutoShape 8" id="8"/>
          <p:cNvSpPr/>
          <p:nvPr/>
        </p:nvSpPr>
        <p:spPr>
          <a:xfrm flipH="true">
            <a:off x="9212849" y="7500325"/>
            <a:ext cx="1725540" cy="112079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11140402" y="7223147"/>
            <a:ext cx="483360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Formulario conectado a IA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2420015" y="3783494"/>
            <a:ext cx="8307875" cy="53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actu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ó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el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audi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torías.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643803"/>
            <a:ext cx="909958" cy="90995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56118" y="3741912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20015" y="5507182"/>
            <a:ext cx="14839285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Siguient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erac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ó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n: Integ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ración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un agente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IA 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ntrenado en ergon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omía y 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iseño para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om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izar el fe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back de las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auditor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ías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y escalar el modelo de negocio.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5648478"/>
            <a:ext cx="909958" cy="90995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65643" y="5746588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6399" y="1233825"/>
            <a:ext cx="1159251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Roadmap y Escalabilidad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MINIMAL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W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RKSPAC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5814" y="2762204"/>
            <a:ext cx="9316373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0543" y="5328331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GRACIAS POR SU ATENCIÓN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71329" y="8480425"/>
            <a:ext cx="294534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Alex Bonet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10870" y="9142095"/>
            <a:ext cx="9666259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PRESEN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AC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ÓN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TRABAJ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 FINAL 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DE</a:t>
            </a: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 MÁSTER EN DESARROLLO CON IA BIGSCHOOL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DAHA12Bt12k</dc:identifier>
  <dcterms:modified xsi:type="dcterms:W3CDTF">2011-08-01T06:04:30Z</dcterms:modified>
  <cp:revision>1</cp:revision>
  <dc:title>Minimalist workspace</dc:title>
</cp:coreProperties>
</file>